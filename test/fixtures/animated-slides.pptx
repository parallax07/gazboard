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</a:t>
            </a:r>
          </a:p>
        </p:txBody>
      </p:sp>
      <p:sp>
        <p:nvSpPr>
          <p:cNvPr id="3" name="Grow arrow"/>
          <p:cNvSpPr/>
          <p:nvPr/>
        </p:nvSpPr>
        <p:spPr>
          <a:xfrm>
            <a:off x="914400" y="2743200"/>
            <a:ext cx="1828800" cy="914400"/>
          </a:xfrm>
          <a:prstGeom prst="rightArrow">
            <a:avLst/>
          </a:prstGeom>
          <a:solidFill>
            <a:srgbClr val="E6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ades out"/>
          <p:cNvSpPr/>
          <p:nvPr/>
        </p:nvSpPr>
        <p:spPr>
          <a:xfrm>
            <a:off x="4114800" y="1828800"/>
            <a:ext cx="2286000" cy="109728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aves and comes back"/>
          <p:cNvSpPr/>
          <p:nvPr/>
        </p:nvSpPr>
        <p:spPr>
          <a:xfrm>
            <a:off x="4114800" y="3657600"/>
            <a:ext cx="2286000" cy="1097280"/>
          </a:xfrm>
          <a:prstGeom prst="rect">
            <a:avLst/>
          </a:prstGeom>
          <a:solidFill>
            <a:srgbClr val="2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vels down"/>
          <p:cNvSpPr/>
          <p:nvPr/>
        </p:nvSpPr>
        <p:spPr>
          <a:xfrm>
            <a:off x="8229600" y="1371600"/>
            <a:ext cx="1371600" cy="1371600"/>
          </a:xfrm>
          <a:prstGeom prst="ellipse">
            <a:avLst/>
          </a:prstGeom>
          <a:solidFill>
            <a:srgbClr val="28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pins"/>
          <p:cNvSpPr/>
          <p:nvPr/>
        </p:nvSpPr>
        <p:spPr>
          <a:xfrm>
            <a:off x="10058400" y="4572000"/>
            <a:ext cx="1371600" cy="548640"/>
          </a:xfrm>
          <a:prstGeom prst="rect">
            <a:avLst/>
          </a:prstGeom>
          <a:solidFill>
            <a:srgbClr val="78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wo lines"/>
          <p:cNvSpPr txBox="1"/>
          <p:nvPr/>
        </p:nvSpPr>
        <p:spPr>
          <a:xfrm>
            <a:off x="914400" y="50292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line stays</a:t>
            </a:r>
          </a:p>
          <a:p>
            <a:r>
              <a:t>second line leaves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3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 0.1 0.05 0.2 0 0.4 E" pathEditMode="relative">
                                      <p:cBhvr>
                                        <p:cTn id="15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 0 E" pathEditMode="relative">
                                      <p:cBhvr>
                                        <p:cTn id="18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animations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828800"/>
            <a:ext cx="2286000" cy="109728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