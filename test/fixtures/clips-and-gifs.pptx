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gif"/><Relationship Id="rId3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Greedy: activity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Step 1: sort by finish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8288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Pick me</a:t>
            </a:r>
          </a:p>
        </p:txBody>
      </p:sp>
      <p:pic>
        <p:nvPicPr>
          <p:cNvPr id="5" name="Picture 4" descr="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40480"/>
            <a:ext cx="2743200" cy="2011680"/>
          </a:xfrm>
          <a:prstGeom prst="rect">
            <a:avLst/>
          </a:prstGeom>
        </p:spPr>
      </p:pic>
      <p:pic>
        <p:nvPicPr>
          <p:cNvPr id="6" name="clip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315200" y="3840480"/>
            <a:ext cx="2743200" cy="2011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Bars build up</a:t>
            </a:r>
          </a:p>
        </p:txBody>
      </p:sp>
      <p:pic>
        <p:nvPicPr>
          <p:cNvPr id="3" name="Picture 2" descr="buil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2743200"/>
          </a:xfrm>
          <a:prstGeom prst="rect">
            <a:avLst/>
          </a:prstGeom>
        </p:spPr>
      </p:pic>
      <p:pic>
        <p:nvPicPr>
          <p:cNvPr id="4" name="Picture 3" descr="ready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